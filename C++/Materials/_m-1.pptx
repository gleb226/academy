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358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251673D-1BD5-4C1C-A773-8B52ADC87EF0}">
          <p14:sldIdLst>
            <p14:sldId id="256"/>
            <p14:sldId id="3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B587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5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2BB08-3E43-4407-89EB-5C767B6E9C89}" type="datetimeFigureOut">
              <a:rPr lang="uk-UA" smtClean="0"/>
              <a:t>27.02.2023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39448-0C3E-42FD-AA20-A8151A79FB0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794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B792FA-4CD1-43EC-8C6A-9ACEA403F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FE6488-D094-4CF9-AC76-9691F6EBA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C5D1FB-40FB-4F8B-95F7-CD7D11F3E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5FA82F-3367-407C-A78E-B91CECD0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667580-0969-4DCC-8C70-57EF15C8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12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BB600C-FBA6-4A10-AF11-D124F320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1658C-3525-4E72-B8B9-0827C6367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E965E7-F516-48E2-9FD7-DD82FFCE2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18CE6F-7323-48AD-8B4C-863CD398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371FF7-EADB-4541-92C7-692E081C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209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E761F5-C045-4682-9F0F-12ABD79AE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52EE54-31BC-4163-A702-9E6D696B8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946EF0-1C9C-4F55-912E-D750EAF59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1D79D7-6583-47CB-8DA8-915221C84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D7001A-4009-482F-B89D-9F8C2F869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94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80C9B-F614-4CD0-9821-9A7AD06C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60C5B9-5D9B-4235-985A-A2B6A8C09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23122F-47B1-46B5-A5CB-E105BC6D7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1A35C4-42F2-485E-B663-31FBBE55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38A644-07AC-48A0-A54C-7BB739D9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8EC37C-4E06-4F37-95E0-2807F3BC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25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74E13-CE24-4FE8-BAA9-DD45FDE19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AA01F2-CCF0-48C8-9E46-2195419B3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BA27FC-F68E-427D-898C-4967ABE41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CBDE1E-3871-4BD6-9A45-68174EE91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88D7A51-D942-481E-87A1-3712AD3B1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AAF695-A901-4515-938B-62F45585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50B1641-E824-4174-9A11-CE4844F5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55D279-F28B-42E9-B77D-9D3565C0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69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BD8FB-D5CD-4C0C-B1C8-E6F7B6E8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3A5B80-3602-4693-A4EB-C8B8CAEC4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E557CE3-B615-468C-88FD-70132ADD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C4D1A2-B0E2-4DD2-89AD-9186036B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864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CA420D8-1B9D-47CF-A39B-BED44131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2B9885-754E-4332-8F8E-C3E54368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169BF2-EA99-45C0-B242-BA41AB5A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38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E6B7C3-B5F0-46E7-8FF7-A133F3F90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6B1C62-78FF-45C4-A4B3-34589A7D8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CEF461-BF91-49F3-B354-016332DC0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AB141B-9670-4C21-8335-7715A5DC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D990B3-84F4-428A-859B-A363C830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5B95FF-78DB-48C2-84B4-9D6846EE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86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13616-8036-404C-99E4-A7F5E3C6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DBFCAA-6646-4519-B492-A5E3A01C2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180CF1-AD70-4FA1-B7BD-300728B13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BD365A-5755-4A0F-8FC5-15CC6F55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B1F810-688C-410C-BC24-830B0AF2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9E8378-46FE-4E3D-86FD-D6CFF99F3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073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1CFC1-EC7D-456E-A7FE-A268D3EC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84193D-2BC9-4C8F-BF87-95BB8F207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2D9A51-5C74-4FD8-BC7E-F511119CE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F1E9B9-577A-4788-AA8C-7FE8E8D6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FA4A6B-8780-4473-A6FB-3504C2043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918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A5CF2B1-A946-4D76-AD66-EE93B11BF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65F272-4972-4F0F-91D9-CA302DDC6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9FE06C-A9B9-4B3A-AB47-83C2C167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A25E1D-D0A1-423D-BA35-EC250EFC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21386A-F067-4EE5-AAE2-BEC05BA6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88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93F78-56C7-4C2D-B624-DB38497A6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A1F43B-301B-4506-B5A0-F4A55F8BA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6CCC5C-83CE-4DD8-A169-2A25E31A4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94769-279B-4F56-A258-1626BE02FB52}" type="datetimeFigureOut">
              <a:rPr lang="ru-RU" smtClean="0"/>
              <a:t>27.02.2023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04AAAF-C51E-4D0C-98B2-E7205DA7E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A6EDF-DFAA-44B5-A1A4-ED3ED3283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33737-219D-4D55-A424-2E8D79DD2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27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57E4A-D881-4CCA-AA6B-FD06D32CA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2"/>
            <a:ext cx="12192000" cy="2619058"/>
          </a:xfrm>
        </p:spPr>
        <p:txBody>
          <a:bodyPr>
            <a:normAutofit/>
          </a:bodyPr>
          <a:lstStyle/>
          <a:p>
            <a:r>
              <a:rPr lang="en-US" b="1"/>
              <a:t>_</a:t>
            </a:r>
            <a:endParaRPr lang="uk-UA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87C11C-4A3E-4539-A6E1-9F6DC07AA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3741420"/>
            <a:ext cx="12192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 err="1"/>
              <a:t>Вступ</a:t>
            </a:r>
            <a:r>
              <a:rPr lang="ru-RU" dirty="0"/>
              <a:t> до </a:t>
            </a:r>
            <a:r>
              <a:rPr lang="en-US" dirty="0"/>
              <a:t>UML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FEDB99-D1C5-4BF5-BE30-A94CA8DE3686}"/>
              </a:ext>
            </a:extLst>
          </p:cNvPr>
          <p:cNvSpPr txBox="1"/>
          <p:nvPr/>
        </p:nvSpPr>
        <p:spPr>
          <a:xfrm>
            <a:off x="8218966" y="5899493"/>
            <a:ext cx="356190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uk-UA" sz="2200" dirty="0"/>
              <a:t>Викладач: Верещагін О.О.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182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76073-C01A-488D-A48E-31D17F20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692"/>
          </a:xfrm>
        </p:spPr>
        <p:txBody>
          <a:bodyPr/>
          <a:lstStyle/>
          <a:p>
            <a:pPr marL="720000"/>
            <a:r>
              <a:rPr lang="uk-UA" b="1" dirty="0"/>
              <a:t>_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1FE79D-4376-4B75-9792-D92B67EFC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7692"/>
            <a:ext cx="12191999" cy="6000307"/>
          </a:xfrm>
        </p:spPr>
        <p:txBody>
          <a:bodyPr>
            <a:normAutofit/>
          </a:bodyPr>
          <a:lstStyle/>
          <a:p>
            <a:pPr marL="540000" indent="36000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1800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17728920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1918</TotalTime>
  <Words>13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Tahoma</vt:lpstr>
      <vt:lpstr>Тема Office</vt:lpstr>
      <vt:lpstr>_</vt:lpstr>
      <vt:lpstr>_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Введення в вебдизайн</dc:title>
  <dc:creator>Alexander</dc:creator>
  <cp:lastModifiedBy>23</cp:lastModifiedBy>
  <cp:revision>122</cp:revision>
  <dcterms:created xsi:type="dcterms:W3CDTF">2021-08-19T17:51:13Z</dcterms:created>
  <dcterms:modified xsi:type="dcterms:W3CDTF">2023-02-27T20:11:23Z</dcterms:modified>
</cp:coreProperties>
</file>